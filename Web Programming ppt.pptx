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374" r:id="rId4"/>
    <p:sldId id="372" r:id="rId5"/>
    <p:sldId id="377" r:id="rId6"/>
    <p:sldId id="373" r:id="rId7"/>
    <p:sldId id="378" r:id="rId8"/>
    <p:sldId id="379" r:id="rId9"/>
    <p:sldId id="380" r:id="rId10"/>
    <p:sldId id="381" r:id="rId11"/>
    <p:sldId id="375" r:id="rId12"/>
    <p:sldId id="3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577197" y="3026199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PROGRAMMING MINI PROJECT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PAWADOPT - </a:t>
            </a:r>
            <a:r>
              <a:rPr lang="en-US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 PETS THAT NEED A HOME</a:t>
            </a:r>
          </a:p>
          <a:p>
            <a:pPr algn="l">
              <a:lnSpc>
                <a:spcPct val="150000"/>
              </a:lnSpc>
            </a:pPr>
            <a:endParaRPr lang="en-IN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179" y="4754964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NANDHINI VELMURUGAN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2116241901063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/>
          <a:lstStyle/>
          <a:p>
            <a:pPr lvl="0"/>
            <a:r>
              <a:rPr lang="en-US" sz="2000" b="1" dirty="0" err="1"/>
              <a:t>PawAdopt</a:t>
            </a:r>
            <a:r>
              <a:rPr lang="en-US" sz="2000" dirty="0"/>
              <a:t> is a responsive web platform that connects people who want to adopt with verified rescue pets.</a:t>
            </a:r>
          </a:p>
          <a:p>
            <a:pPr lvl="0"/>
            <a:r>
              <a:rPr lang="en-US" sz="2000" dirty="0"/>
              <a:t>Users can browse dogs, cats, birds and other companions, view their health status and personality, and find them on a map.</a:t>
            </a:r>
          </a:p>
          <a:p>
            <a:pPr lvl="0"/>
            <a:r>
              <a:rPr lang="en-US" sz="2000" dirty="0"/>
              <a:t>Shelters and individuals can list a pet for adoption through a simple online form.</a:t>
            </a:r>
          </a:p>
          <a:p>
            <a:pPr lvl="0"/>
            <a:r>
              <a:rPr lang="en-US" sz="2000" dirty="0"/>
              <a:t>It has a dark, modern interface with live adoption statistics and a clear four-step adoption journey.</a:t>
            </a:r>
          </a:p>
          <a:p>
            <a:pPr marL="0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961F-8A9B-F95A-BB8A-355C5A483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/>
              <a:t>Pet adoption information is scattered across social media, word of mouth and outdated shelter websites.</a:t>
            </a:r>
          </a:p>
          <a:p>
            <a:pPr lvl="0"/>
            <a:r>
              <a:rPr lang="en-US" sz="2000" dirty="0"/>
              <a:t>Adopters struggle to find trusted details such as vaccination status, location and adoption availability.</a:t>
            </a:r>
          </a:p>
          <a:p>
            <a:pPr lvl="0"/>
            <a:r>
              <a:rPr lang="en-US" sz="2000" dirty="0"/>
              <a:t>Shelters have no simple way to list animals and track their status.</a:t>
            </a:r>
          </a:p>
          <a:p>
            <a:pPr lvl="0"/>
            <a:r>
              <a:rPr lang="en-US" sz="2000" dirty="0"/>
              <a:t>Build one platform where adopters can discover rescued pets easily.</a:t>
            </a:r>
          </a:p>
          <a:p>
            <a:pPr lvl="0"/>
            <a:r>
              <a:rPr lang="en-US" sz="2000" dirty="0"/>
              <a:t>Provide search, filters and sorting so users can find the right match quickly.</a:t>
            </a:r>
          </a:p>
          <a:p>
            <a:pPr lvl="0"/>
            <a:r>
              <a:rPr lang="en-US" sz="2000" dirty="0"/>
              <a:t>Show verified medical details (vaccinated, spayed/neutered, microchipped) to build trust.</a:t>
            </a:r>
          </a:p>
          <a:p>
            <a:pPr lvl="0"/>
            <a:r>
              <a:rPr lang="en-US" sz="2000" dirty="0"/>
              <a:t>Let shelters list pets and update their status: Ready, Pending or Adopted.</a:t>
            </a:r>
          </a:p>
          <a:p>
            <a:pPr lvl="0"/>
            <a:r>
              <a:rPr lang="en-US" sz="2000" dirty="0"/>
              <a:t>Show pet locations on an interactive map.</a:t>
            </a:r>
          </a:p>
          <a:p>
            <a:pPr marL="0" lvl="0" indent="0">
              <a:buNone/>
            </a:pPr>
            <a:br>
              <a:rPr lang="en-US" sz="2000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4DC585-490D-2D5B-86B2-4BD60ABDE9CC}"/>
              </a:ext>
            </a:extLst>
          </p:cNvPr>
          <p:cNvSpPr txBox="1">
            <a:spLocks/>
          </p:cNvSpPr>
          <p:nvPr/>
        </p:nvSpPr>
        <p:spPr bwMode="auto">
          <a:xfrm>
            <a:off x="908051" y="19050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I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3B8DCC-7B3E-EDE2-5B52-77CC24E81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0675"/>
              </p:ext>
            </p:extLst>
          </p:nvPr>
        </p:nvGraphicFramePr>
        <p:xfrm>
          <a:off x="766233" y="1905000"/>
          <a:ext cx="10668000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427293555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09612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87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HTML5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42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CSS3 (Flexbox, Grid, gradients, responsive design)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506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 (DOM manipulation, filtering, form handling)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990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Leaflet.js with OpenStreetMap tiles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4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Typography and Icons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 Fonts, SVG icons, emojis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 objects / browser storage (update this if you used a database)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55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 Code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21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CB938-5E8D-5850-3A54-D2C62F186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93C07-CA79-FF90-CC76-5A190133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D78E-402F-6B23-8E4E-45C3E1A6A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4EA70B-2D3D-8828-26E5-3F489501BC74}"/>
              </a:ext>
            </a:extLst>
          </p:cNvPr>
          <p:cNvSpPr txBox="1">
            <a:spLocks/>
          </p:cNvSpPr>
          <p:nvPr/>
        </p:nvSpPr>
        <p:spPr bwMode="auto">
          <a:xfrm>
            <a:off x="908051" y="19050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sz="1400" dirty="0"/>
              <a:t>Home page: The hero section shows the tagline “Find Your Forever Companion” with </a:t>
            </a:r>
            <a:r>
              <a:rPr lang="en-US" sz="1400" i="1" dirty="0"/>
              <a:t>Browse</a:t>
            </a:r>
            <a:r>
              <a:rPr lang="en-US" sz="1400" dirty="0"/>
              <a:t> and </a:t>
            </a:r>
            <a:r>
              <a:rPr lang="en-US" sz="1400" i="1" dirty="0"/>
              <a:t>List a Pet</a:t>
            </a:r>
            <a:r>
              <a:rPr lang="en-US" sz="1400" dirty="0"/>
              <a:t> buttons, plus live stats: Ready for Adoption, Pending Inquiries, Happily Adopted and 100% Health Vetted.</a:t>
            </a:r>
          </a:p>
          <a:p>
            <a:pPr lvl="0"/>
            <a:r>
              <a:rPr lang="en-US" sz="1400" dirty="0"/>
              <a:t>Search and filters:</a:t>
            </a:r>
          </a:p>
          <a:p>
            <a:pPr lvl="1"/>
            <a:r>
              <a:rPr lang="en-US" sz="1400" dirty="0"/>
              <a:t>Keyword search by breed, personality or “good with kids”.</a:t>
            </a:r>
          </a:p>
          <a:p>
            <a:pPr lvl="1"/>
            <a:r>
              <a:rPr lang="en-US" sz="1400" dirty="0"/>
              <a:t>Size dropdown and sort options such as </a:t>
            </a:r>
            <a:r>
              <a:rPr lang="en-US" sz="1400" i="1" dirty="0"/>
              <a:t>Recently Added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Status tabs: All, Ready to Adopt, Pending and Adopted.</a:t>
            </a:r>
          </a:p>
          <a:p>
            <a:pPr lvl="1"/>
            <a:r>
              <a:rPr lang="en-US" sz="1400" dirty="0"/>
              <a:t>Species filters: Dogs, Cats, Birds and Others.</a:t>
            </a:r>
          </a:p>
          <a:p>
            <a:pPr lvl="0"/>
            <a:r>
              <a:rPr lang="en-US" sz="1400" dirty="0"/>
              <a:t>Pet cards: Each card shows the photo, status badge, adoption fee, species, age, gender, breed, health tags and personality traits.</a:t>
            </a:r>
          </a:p>
          <a:p>
            <a:pPr lvl="0"/>
            <a:r>
              <a:rPr lang="en-US" sz="1400" dirty="0"/>
              <a:t>Shelter map: Leaflet displays colour-coded markers: purple for Available, orange for Application Pending and green for Adopted.</a:t>
            </a:r>
          </a:p>
          <a:p>
            <a:pPr lvl="0"/>
            <a:r>
              <a:rPr lang="en-US" sz="1400" dirty="0"/>
              <a:t>List a Pet form:</a:t>
            </a:r>
          </a:p>
          <a:p>
            <a:pPr lvl="1"/>
            <a:r>
              <a:rPr lang="en-US" sz="1400" dirty="0"/>
              <a:t>Fields for breed, gender, age, size, fee and shelter location.</a:t>
            </a:r>
          </a:p>
          <a:p>
            <a:pPr lvl="1"/>
            <a:r>
              <a:rPr lang="en-US" sz="1400" dirty="0"/>
              <a:t>Health verification checkboxes and personality traits.</a:t>
            </a:r>
          </a:p>
          <a:p>
            <a:pPr lvl="1"/>
            <a:r>
              <a:rPr lang="en-US" sz="1400" dirty="0"/>
              <a:t>A rescue story and a photo upload.</a:t>
            </a:r>
          </a:p>
          <a:p>
            <a:pPr lvl="0"/>
            <a:r>
              <a:rPr lang="en-US" sz="1400" dirty="0"/>
              <a:t>Why Adopt section: It highlights four promises: 100% Medical Vetted, 2-Week Trial Foster, Direct Foster Chat and Lifetime Support.</a:t>
            </a:r>
          </a:p>
          <a:p>
            <a:endParaRPr lang="en-IN" sz="1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1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CCD7-6301-746C-76DD-6268EF86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F70759-1550-D78B-D50E-8D034F6B57DB}"/>
              </a:ext>
            </a:extLst>
          </p:cNvPr>
          <p:cNvSpPr txBox="1">
            <a:spLocks/>
          </p:cNvSpPr>
          <p:nvPr/>
        </p:nvSpPr>
        <p:spPr bwMode="auto">
          <a:xfrm>
            <a:off x="908051" y="19050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sz="2000" dirty="0"/>
              <a:t>A fully working, responsive pet adoption website with a consistent dark UI.</a:t>
            </a:r>
          </a:p>
          <a:p>
            <a:pPr lvl="0"/>
            <a:r>
              <a:rPr lang="en-US" sz="2000" dirty="0"/>
              <a:t>Users can search, filter and sort pets in real time, with no page reload.</a:t>
            </a:r>
          </a:p>
          <a:p>
            <a:pPr lvl="0"/>
            <a:r>
              <a:rPr lang="en-US" sz="2000" dirty="0"/>
              <a:t>Pets can be viewed as cards or on a map, and new pets can be added through the form.</a:t>
            </a:r>
          </a:p>
          <a:p>
            <a:pPr lvl="0"/>
            <a:r>
              <a:rPr lang="en-US" sz="2000" dirty="0"/>
              <a:t>Status-based colour coding makes availability clear at a glance.</a:t>
            </a:r>
          </a:p>
          <a:p>
            <a:pPr lvl="0"/>
            <a:r>
              <a:rPr lang="en-US" sz="2000" dirty="0"/>
              <a:t>The interface is simple, trustworthy and easy to navigate.</a:t>
            </a:r>
          </a:p>
          <a:p>
            <a:endParaRPr lang="en-I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333AC-5F44-9B50-FDA4-C09FCA8A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2309-B52E-FEF2-093B-036CA4EA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451F3-FF0C-406F-BD3A-2EE4EEA2C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8B993-8BC3-EB8A-28AF-90704A0C9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661" y="1752600"/>
            <a:ext cx="8317980" cy="427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89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46367-AFFE-F8CD-83CB-98A60317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656F-9639-D00C-579F-C011E695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5AA1-9742-8DFC-37E9-1D45F67F8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DC322-BEA2-12EC-BC83-AB9580CB4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274" y="1785413"/>
            <a:ext cx="8173453" cy="423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10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29D6B-4411-6484-0D27-2ED66F06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9C6C-413B-AE78-B6E2-B24C053E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080F-947E-0205-2F3C-E96041FA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9B283-0650-3C77-E594-56BC1F317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905" y="1752600"/>
            <a:ext cx="8454189" cy="435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76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BA984-4BB0-C145-3CBA-0B014382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CBB7-C2DE-B37F-1E10-9ADD15A9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69C6E-25E0-7CBE-C326-459FC573E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A11B6-D053-02E9-7604-18B3891DC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603" y="1752600"/>
            <a:ext cx="8324793" cy="430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22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FFC76-D891-5D53-A8A6-8C408A9D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CD28-CE6D-7C6B-A712-61823404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121D-67BE-E2CE-0D7A-AC17B8F87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D267F9-3A24-0F22-2D15-08526DF369B9}"/>
              </a:ext>
            </a:extLst>
          </p:cNvPr>
          <p:cNvSpPr txBox="1">
            <a:spLocks/>
          </p:cNvSpPr>
          <p:nvPr/>
        </p:nvSpPr>
        <p:spPr bwMode="auto">
          <a:xfrm>
            <a:off x="908051" y="19050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sz="2000" dirty="0" err="1"/>
              <a:t>PawAdopt</a:t>
            </a:r>
            <a:r>
              <a:rPr lang="en-US" sz="2000" dirty="0"/>
              <a:t> turns a scattered, manual adoption process into one </a:t>
            </a:r>
            <a:r>
              <a:rPr lang="en-US" sz="2000" dirty="0" err="1"/>
              <a:t>organised</a:t>
            </a:r>
            <a:r>
              <a:rPr lang="en-US" sz="2000" dirty="0"/>
              <a:t> and accessible platform.</a:t>
            </a:r>
          </a:p>
          <a:p>
            <a:pPr lvl="0"/>
            <a:r>
              <a:rPr lang="en-US" sz="2000" dirty="0"/>
              <a:t>It combines search, health verification, mapping and pet listing in a single place.</a:t>
            </a:r>
          </a:p>
          <a:p>
            <a:pPr lvl="0"/>
            <a:r>
              <a:rPr lang="en-US" sz="2000" dirty="0"/>
              <a:t>The project let me apply core web programming concepts: semantic HTML, responsive CSS, DOM manipulation, event handling, form validation and third-party map integration.</a:t>
            </a:r>
          </a:p>
          <a:p>
            <a:pPr lvl="0"/>
            <a:r>
              <a:rPr lang="en-US" sz="2000" dirty="0"/>
              <a:t>It supports responsible adoption by making trusted information easy to find.</a:t>
            </a:r>
          </a:p>
        </p:txBody>
      </p:sp>
    </p:spTree>
    <p:extLst>
      <p:ext uri="{BB962C8B-B14F-4D97-AF65-F5344CB8AC3E}">
        <p14:creationId xmlns:p14="http://schemas.microsoft.com/office/powerpoint/2010/main" val="1949811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047DB-5445-5150-6A03-C2166A47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142E-EEF8-B2C7-5B44-8A66ACD7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53FBD-9409-D6FC-961E-5FDEA5ADD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2C14A1-5919-1926-9F08-49FE0FACAD9C}"/>
              </a:ext>
            </a:extLst>
          </p:cNvPr>
          <p:cNvSpPr txBox="1">
            <a:spLocks/>
          </p:cNvSpPr>
          <p:nvPr/>
        </p:nvSpPr>
        <p:spPr bwMode="auto">
          <a:xfrm>
            <a:off x="908051" y="19050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sz="2000" dirty="0"/>
              <a:t>User login and registration for adopters and shelters.</a:t>
            </a:r>
          </a:p>
          <a:p>
            <a:pPr lvl="0"/>
            <a:r>
              <a:rPr lang="en-US" sz="2000" dirty="0"/>
              <a:t>A backend and database (Node.js/Express with MongoDB or MySQL) for permanent storage.</a:t>
            </a:r>
          </a:p>
          <a:p>
            <a:pPr lvl="0"/>
            <a:r>
              <a:rPr lang="en-US" sz="2000" dirty="0"/>
              <a:t>Online adoption application forms with admin approval.</a:t>
            </a:r>
          </a:p>
          <a:p>
            <a:pPr lvl="0"/>
            <a:r>
              <a:rPr lang="en-US" sz="2000" dirty="0"/>
              <a:t>A real-time chat between adopters and foster coordinators.</a:t>
            </a:r>
          </a:p>
          <a:p>
            <a:pPr lvl="0"/>
            <a:r>
              <a:rPr lang="en-US" sz="2000" dirty="0"/>
              <a:t>Email or SMS notifications when an application status changes.</a:t>
            </a:r>
          </a:p>
          <a:p>
            <a:pPr lvl="0"/>
            <a:r>
              <a:rPr lang="en-US" sz="2000" dirty="0"/>
              <a:t>A </a:t>
            </a:r>
            <a:r>
              <a:rPr lang="en-US" sz="2000" dirty="0" err="1"/>
              <a:t>favourites</a:t>
            </a:r>
            <a:r>
              <a:rPr lang="en-US" sz="2000" dirty="0"/>
              <a:t> list and a “pets near me” feature using GPS.</a:t>
            </a:r>
          </a:p>
          <a:p>
            <a:pPr lvl="0"/>
            <a:r>
              <a:rPr lang="en-US" sz="2000" dirty="0"/>
              <a:t>A mobile app version, plus donation and volunteer modules.</a:t>
            </a:r>
          </a:p>
        </p:txBody>
      </p:sp>
    </p:spTree>
    <p:extLst>
      <p:ext uri="{BB962C8B-B14F-4D97-AF65-F5344CB8AC3E}">
        <p14:creationId xmlns:p14="http://schemas.microsoft.com/office/powerpoint/2010/main" val="3742716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9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0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1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</TotalTime>
  <Words>738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Times New Roman</vt:lpstr>
      <vt:lpstr>Verdana</vt:lpstr>
      <vt:lpstr>Wingdings</vt:lpstr>
      <vt:lpstr>Profile</vt:lpstr>
      <vt:lpstr>PowerPoint Presentation</vt:lpstr>
      <vt:lpstr>ABOUT THE PROJECT</vt:lpstr>
      <vt:lpstr>PROBLEM STATEMENT / OBJECTIVE</vt:lpstr>
      <vt:lpstr>TOOLS AND TECHNOLOGIES</vt:lpstr>
      <vt:lpstr>IMPLEMENTATION</vt:lpstr>
      <vt:lpstr>OUTCOME</vt:lpstr>
      <vt:lpstr>PROTOTYPE</vt:lpstr>
      <vt:lpstr>PROTOTYPE</vt:lpstr>
      <vt:lpstr>PROTOTYPE</vt:lpstr>
      <vt:lpstr>PROTOTYPE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Nandhini Velmurugan</cp:lastModifiedBy>
  <cp:revision>47</cp:revision>
  <dcterms:created xsi:type="dcterms:W3CDTF">2023-08-03T04:32:32Z</dcterms:created>
  <dcterms:modified xsi:type="dcterms:W3CDTF">2026-10-21T07:30:14Z</dcterms:modified>
</cp:coreProperties>
</file>